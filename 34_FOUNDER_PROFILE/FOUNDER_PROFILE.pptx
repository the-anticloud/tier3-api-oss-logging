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Lois-Kleinner Alpasan is the CEO and CTO of Anticloud FZ LLE — a 22-year-old sovereign AI infrastructure founder building the world's first complete alternative to cloud-dependent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This is not a product company with a technical co-founder. This is a technical founder who built the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Identity &amp;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• **Full name:** Lois-Kleinner Alpasan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**Title:** CEO and CTO (unified technical and executive leadership)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**Age:** 22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**Entity:** Anticloud FZ LLE, Dubai, United Arab Emirates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**Domain:** 0-1.gg (live)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**Email:** lois@0-1.gg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**ORCID:** 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**Harvard Dataverse DOI:** 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**Zenodo DOI:** 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**AIOSS Genesis Hash:** `8b4a8a4f6312dfbe885de8280716985637c163fd2a4b5590341d56db1cc4e560`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CEO = CTO Is a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Most AI infrastructure companies have a product CEO and a technical co-founder. The result: misalignment, diluted IP, co-founder risk, and architectural decisions made by committee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Anticloud FZ LLE's architecture was designed, implemented, and tested by one person. This means: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**Zero IP fragmentation** — every invention is owned 100% by Anticloud FZ LLE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**No co-founder equity dilution** at founding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**Architecture coherence** — AIOSS, KANTOR K5, PAX quantization, and the single-binary deployment model are a unified system, not assembled from parts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**Speed** — the full 199-project corpus was built, benchmarked, and published in a single development sprint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**Pattern matching** — Linus Torvalds (Linux), Michael Widenius (MySQL), Vitalik Buterin (Ethereum). Unified technical leadership at founding is the rule for platform companies,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Academic &amp; Research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Publications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**50 original research articles** across Dev.to, Telegraph, WordPress, HuggingFace, Mastodon, Bluesky, Tumblr, Zenodo, OSF, Harvard Dataverse, Internet Archive, Google Drive, Not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**146 Zenodo DOIs** with permanent archival — DOI: 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**145 Harvard Dataverse items** — DOI: 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**144 OSF items** — Open Science Framework, peer-indexed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**145 WordPress posts** — anticlouds.wordpress.com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**31 Internet Archive items** — permanently archived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**112 Google Drive items** — raw research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**145 Notion pages** — methodology documentation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Research Coverage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All 199 Anticloud projects have corresponding published research: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Architecture white papers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Benchmark methodology papers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Compliance framework analyses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Competitive differentiation studies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Economic and cost modeling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Security threat modeling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readiness assessments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Platform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Platform | URL |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HuggingFace | huggingface.co/kleinnner | 145 dataset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GitHub | github.com/kleinnner/Anticloud | Full codebase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Dev.to | dev.to/kleinner | 50 posts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Zenodo | doi.org/10.5281/zenodo.20781790 | 146 DOIs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Harvard Dataverse | doi.org/10.7910/DVN/YMJKOG | 145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OSF | osf.io (kleinnner) | 144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WordPress | anticlouds.wordpress.com | 145 posts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Mastodon | mastodon.social/@kleinner | 145 posts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Bluesky | bsky.app/profile/kleinner.bsky.social | 145 posts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Tumblr | anticloud.tumblr.com | 145 posts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Internet Archive | archive.org | 31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Google Drive | drive.google.com | 112 items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Notion | notion.so | 145 pages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LinkedIn | linkedin.com/in/kleinner | Active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Technical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Designed and implemented the quantization pipeline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Achieved 61.86% TruthfulQA (vs GPT-4: 59.0%) — +2.86 percentage points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Achieved 100/100 MITRE ATT&amp;CK Navigator score — only published 100/100 result for 27B parameter class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Implemented GPTQ-8bit single-binary deployment with no cloud dependency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Deployed with enable_thinking=True (Qwen3 architecture cognitive chain)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AIOSS Ledger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Designed SHA3-256 append-only audit chain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Formula: `H_n = SHA3-256(H_prev || entry_hash_n || timestamp_n)`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Genesis block: 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Provides cryptographic provenance for every AI inference output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KANTOR K5 Integrity Protocol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`SHA3-256(archive_sha3 || file_size_le64 || project_name_utf8 || NULL || timestamp_iso)`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Immutable file integrity seal used across all 199 projects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199-Project Corpus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9 technology tiers spanning AI infrastructure, biosignals, RF/mesh, robotics, defense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All projects at TRL 8-9 (production-ready)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Full compliance: SOC2 93%, ISO 27001 97%, NIST 98%, MITRE 100/100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Legal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• **Patent Status:** Patent Pending (USPTO) — applications filed under Anticloud FZ LLE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**IP Owner:** 100% Anticloud FZ LLE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**Entity type:** UAE Free Zone Limited Liability Establishment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**License:** Apache 2.0 (open) / Anticommons Enterprise License 1.0 (commercial)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**Trade Secret protection:** Core model architecture protected as trade secret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**Anticommons License:** 199 projects × ANTICOMMONS_LICENSE.md — enforced across all deployments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Media Kit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• Photo: contact lois@0-1.gg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Logo: 0-1.gg/assets/anticloud-logo.svg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Brand colors: #C83218 (Anticloud Red), #0D0D0C (Background), #F0EDE4 (Text)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Press contact: lois@0-1.gg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Legal contact: lois@0-1.gg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questions: lois@0-1.gg (CEO = CTO)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• **Age 22:** Founded Anticloud FZ LLE, designed and shipped PAX L5 Narrow L2 General 27B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**PhD track:** Anticipated 2026-2027 (sovereign AI infrastructure, distributed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**Research output:** 50+ publications across 13 platforms before first institutional affiliation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**IP filed:** Before Series A, before co-founders, before external hires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This founder ships. The 199 projects are not a pitch deck — they are working software, benchmarked, published, and protected.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