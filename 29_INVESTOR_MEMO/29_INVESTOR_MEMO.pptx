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Investor Memo — Api-Oss-Logging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 · 0-1.gg · lois@0-1.gg*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*Author:* Lois-Kleinner Alpasan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*Date:* October 2026 · Harvard Dataverse DOI: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Company 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builds sovereign AI infrastructure that enterprises and governments own outright — not rent. PAX L5 Narrow L2 General 27B is the flagship: a 27B-parameter model at $0.08 per million tokens with SHA3-256 cryptographic audit chains, full air-gap capability, and MITRE ATT&amp;CK 100/100, deployed as a single binary on commodity hardware with zero cloud dependency.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*Api-Oss-Logging* is the API gateway layer exposing PAX with per-request AIOSS cryptographic receipts.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The $28B regulated AI market cannot use cloud AI. HIPAA prohibits routing patient data through external APIs. FedRAMP requires air-gap capability. PCI-DSS 4.0 mandates cryptographic audit chains. UAE data residency law forbids cloud endpoints for government workloads. GPT-4 costs $60/1M tokens, provides zero cryptographic proof, and is architecturally illegal for regulated use. No frontier lab has solved this — their business model requires cloud routing.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1. *Regulatory acceleration* — GDPR enforcement doubled 2024–2026. UAE AI law effective Q1 2026. FedRAMP Moderate now mandatory for all federal AI procurement.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 *Hardware democratization* — T4 GPUs at $0.40/hr. 27B models run on hardware regulated enterprises already own.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3. *Post-Schrems II certainty* — EU enterprises have legal certainty that US cloud AI violates GDPR.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 *Model capability inflection* — 27B Q4 models now reach L2 General (50th–90th percentile) for regulated tasks.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*TAM: $28B* — regulated AI (healthcare, government, finance,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*SAM: $4.2B* — enterprises with GPU infrastructure + active compliance requirements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*SOM: $180M* — Year 3 target, GCC + EU + US federal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Business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*Unit economics:* Infrastructure $0.08/1M tokens. Enterprise license at 1B tokens/yr = ~2,300× gross margin. CAC est. $24K. LTV/CAC: 7.7× at Enterprise tier.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*Lois-Kleinner Alpasan* — Founder &amp; CEO. 22. Anticloud FZ LLE, Dubai UAE. 50 published research articles (ORCID 0009-0009-2233-6107). Harvard Dataverse archive DOI 10.7910/DVN/YMJKOG. Built PAX L5 Narrow L2 General 27B and the full 199-project Anticloud corpus.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The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*Raising:* $2.5M pre-seed / seed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*Use of funds:* 60% engineering · 25% sales · 15% compliance (FedRAMP)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*Milestone:* $1M ARR within 12 months of close.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*Non-dilutive:* UAE ADIO grant ($500K), DIFC FinTech Hive, EU Horizon AI.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200" b="1">
                <a:solidFill>
                  <a:srgbClr val="C83218"/>
                </a:solidFill>
              </a:rPr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Harvard Dataverse DOI 10.7910/DVN/YMJKOG — immutably timestamped benchmarks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ORCID 0009-0009-2233-6107 — 50 published research articles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Kaggle notebook — reproducible T4 GPU benchmark run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Anticloud FZ LLE · 0-1.gg · lois@0-1.gg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PAX L5 Narrow L2 General 27B · Apache 2.0 / Anticommons Enterprise License 1.0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